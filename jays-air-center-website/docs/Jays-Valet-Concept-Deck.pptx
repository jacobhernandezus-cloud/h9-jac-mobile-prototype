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4023360" cy="402336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AIR CENTER  ·  KSNA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19202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Jay's Valet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AEBC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Aircraft staging &amp; valet — product concept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“Summon your plane like a Tesla.”  Request staging or schedule an arrival, the line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stages and fuels it, and you’re notified the moment it’s ready.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George   ·   rev 2   ·   2026-06-01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Digitize the call to the line shack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4023360"/>
          </a:xfrm>
          <a:prstGeom prst="rect">
            <a:avLst/>
          </a:prstGeom>
          <a:solidFill>
            <a:srgbClr val="B451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"Pull 5-niner-Charlie out, top off the fuel, I’m leaving at 9."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 to the front desk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and untracked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until you walk to the ramp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requests jam the 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1B2838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109728" cy="4023360"/>
          </a:xfrm>
          <a:prstGeom prst="rect">
            <a:avLst/>
          </a:prstGeom>
          <a:solidFill>
            <a:srgbClr val="C9A55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JAY'S VALET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468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tap. Live status. Arrives ready.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29400" y="35204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from the app, anytime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at every step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the moment it’s ready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departures smooth ramp traffic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JAY'S </a:t>
            </a:r>
            <a:pPr indent="0" marL="0">
              <a:buNone/>
            </a:pPr>
            <a:r>
              <a:rPr lang="en-US" sz="1100" b="1" spc="300" kern="0" dirty="0">
                <a:solidFill>
                  <a:srgbClr val="C9A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Air Center · KSNA · 2026-06-01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journeys, one operator queue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aircraft staging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0" y="19202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only · 2-hour minimum lead, so the ramp isn’t slammed by last-minute requests.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63240" y="30632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12080" y="30632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60920" y="30632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0684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0" y="306324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11109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&amp; announce arrival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66560" y="4114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 ETA (~2 hrs out), announce on final. Services are requested before the plane is parked.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4400" y="52578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60320" y="5257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063240" y="52578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09160" y="5257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212080" y="52578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58000" y="5257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360920" y="52578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006840" y="5257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509760" y="52578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EFEDE7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fires a push notification to the customer and updates the line operator’s queue.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JAY'S </a:t>
            </a:r>
            <a:pPr indent="0" marL="0">
              <a:buNone/>
            </a:pPr>
            <a:r>
              <a:rPr lang="en-US" sz="1100" b="1" spc="300" kern="0" dirty="0">
                <a:solidFill>
                  <a:srgbClr val="C9A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Air Center · KSNA · 2026-06-01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personas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owner with a hangar. Full experience, billed to account.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staging &amp; arrivals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services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+ history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2148840"/>
            <a:ext cx="777240" cy="777240"/>
          </a:xfrm>
          <a:prstGeom prst="ellipse">
            <a:avLst/>
          </a:prstGeom>
          <a:solidFill>
            <a:srgbClr val="B895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00016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0016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operator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0016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ground staff who move, fuel, and park aircraft.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0016" y="4251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request queue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status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tips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9872" y="178308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5632" y="2148840"/>
            <a:ext cx="777240" cy="777240"/>
          </a:xfrm>
          <a:prstGeom prst="ellipse">
            <a:avLst/>
          </a:prstGeom>
          <a:solidFill>
            <a:srgbClr val="4A90A4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85632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85632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a hangar or tie-down. Self-registers, billed per use.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85632" y="4251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sign-up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flows as owner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their aircraft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JAY'S </a:t>
            </a:r>
            <a:pPr indent="0" marL="0">
              <a:buNone/>
            </a:pPr>
            <a:r>
              <a:rPr lang="en-US" sz="1100" b="1" spc="300" kern="0" dirty="0">
                <a:solidFill>
                  <a:srgbClr val="C9A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Air Center · KSNA · 2026-06-01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can do what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914400"/>
        </p:xfrm>
        <a:graphic>
          <a:graphicData uri="http://schemas.openxmlformats.org/drawingml/2006/table">
            <a:tbl>
              <a:tblPr/>
              <a:tblGrid>
                <a:gridCol w="507492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sign-up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2B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2B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aircraft staging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2B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/ Announce arrival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2B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aircraft to ramp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2B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&amp; services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2B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tip (Version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queue / advance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2B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2B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JAY'S </a:t>
            </a:r>
            <a:pPr indent="0" marL="0">
              <a:buNone/>
            </a:pPr>
            <a:r>
              <a:rPr lang="en-US" sz="1100" b="1" spc="300" kern="0" dirty="0">
                <a:solidFill>
                  <a:srgbClr val="C9A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Air Center · KSNA · 2026-06-01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FOR GEORGE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versions to compare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22344A"/>
          </a:solidFill>
          <a:ln w="19050">
            <a:solidFill>
              <a:srgbClr val="C9A5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C9A55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Concierge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electronic tipping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 + notifications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screen after the job completes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tips go to the line operator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the service as concierge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22344A"/>
          </a:solidFill>
          <a:ln w="19050">
            <a:solidFill>
              <a:srgbClr val="3A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148840"/>
            <a:ext cx="731520" cy="731520"/>
          </a:xfrm>
          <a:prstGeom prst="ellipse">
            <a:avLst/>
          </a:prstGeom>
          <a:solidFill>
            <a:srgbClr val="4A90A4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236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5236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C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tipping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3832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flow + notifications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tip screen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 simple rating / thank-you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if tipping is handled off-app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ships both — a single tipping toggle flips between A and B live.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prototype now — and what's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THE PROTOTYPE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Tenant / Line operator personas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in-app sign-up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staging (scheduled, 2-hr rule)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+ announce arrival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(Jet A / 100LL top-off) + services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tracker + push notifications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tip (Version A) + ops queue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  <a:effectLst>
            <a:outerShdw sx="100000" sy="100000" kx="0" ky="0" algn="bl" rotWithShape="0" blurRad="114300" dist="38100" dir="8100000">
              <a:srgbClr val="1B2838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ROADMAP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 + per-user aircraft (Supabase)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push (APNs) + SMS fallback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tip payout (Stripe)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integration with Jay's FBO software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Multi-aircraft / flight-department accounts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scheduling + SLA timers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ramp map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JAY'S </a:t>
            </a:r>
            <a:pPr indent="0" marL="0">
              <a:buNone/>
            </a:pPr>
            <a:r>
              <a:rPr lang="en-US" sz="1100" b="1" spc="300" kern="0" dirty="0">
                <a:solidFill>
                  <a:srgbClr val="C9A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Air Center · KSNA · 2026-06-01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754880" cy="475488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need your read, George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in or out for v1?  (Version A vs B)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2-hour departure minimum right, or flex by aircraft / time of day?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tenant sign-up need Jay's approval, or be instant?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fuel &amp; services get billed through the app, or just requested?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F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existing FBO software we must integrate with?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21208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C9A55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the live prototype
</a:t>
            </a:r>
            <a:endParaRPr lang="en-US" sz="1800" dirty="0"/>
          </a:p>
          <a:p>
            <a:pPr indent="0" marL="0">
              <a:buNone/>
            </a:pPr>
            <a:r>
              <a:rPr lang="en-US" sz="1250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valet/index.html  —  Owner / Tenant / Line operator, with the A/B tipping toggle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JAY'S </a:t>
            </a:r>
            <a:pPr indent="0" marL="0">
              <a:buNone/>
            </a:pPr>
            <a:r>
              <a:rPr lang="en-US" sz="1100" b="1" spc="300" kern="0" dirty="0">
                <a:solidFill>
                  <a:srgbClr val="C9A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Air Center · KSNA · 2026-06-01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Jay's Valet — Concept Deck</dc:title>
  <dc:subject>PptxGenJS Presentation</dc:subject>
  <dc:creator>Jacob Hernandez</dc:creator>
  <cp:lastModifiedBy>Jacob Hernandez</cp:lastModifiedBy>
  <cp:revision>1</cp:revision>
  <dcterms:created xsi:type="dcterms:W3CDTF">2026-06-01T15:55:27Z</dcterms:created>
  <dcterms:modified xsi:type="dcterms:W3CDTF">2026-06-01T15:55:27Z</dcterms:modified>
</cp:coreProperties>
</file>